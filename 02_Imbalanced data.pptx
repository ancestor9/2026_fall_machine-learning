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6" r:id="rId2"/>
    <p:sldId id="1136" r:id="rId3"/>
    <p:sldId id="1138" r:id="rId4"/>
    <p:sldId id="1139" r:id="rId5"/>
    <p:sldId id="1142" r:id="rId6"/>
    <p:sldId id="1140" r:id="rId7"/>
    <p:sldId id="1141" r:id="rId8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6"/>
            <p14:sldId id="1138"/>
            <p14:sldId id="1139"/>
            <p14:sldId id="1142"/>
            <p14:sldId id="1140"/>
            <p14:sldId id="1141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FF9B45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62" autoAdjust="0"/>
    <p:restoredTop sz="94297" autoAdjust="0"/>
  </p:normalViewPr>
  <p:slideViewPr>
    <p:cSldViewPr snapToGrid="0">
      <p:cViewPr varScale="1">
        <p:scale>
          <a:sx n="104" d="100"/>
          <a:sy n="104" d="100"/>
        </p:scale>
        <p:origin x="98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2026-07-15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2026-07-15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2026-07-15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2026-07-15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171575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Imbalanced Data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2F42C0-07C8-1960-872A-C341FE52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CB7729-09DC-4690-5139-CD2649D9221F}"/>
              </a:ext>
            </a:extLst>
          </p:cNvPr>
          <p:cNvSpPr txBox="1"/>
          <p:nvPr/>
        </p:nvSpPr>
        <p:spPr>
          <a:xfrm>
            <a:off x="577530" y="1248422"/>
            <a:ext cx="10100629" cy="958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 err="1"/>
              <a:t>머신러닝</a:t>
            </a:r>
            <a:r>
              <a:rPr lang="ko-KR" altLang="en-US" sz="2000" dirty="0"/>
              <a:t> 알고리즘</a:t>
            </a:r>
            <a:endParaRPr lang="en-US" altLang="ko-KR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/>
              <a:t>분산과 편향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667BA-883A-F760-A852-480894981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25E88B-6D21-127E-3DF6-DC200AC37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0151A18-B816-E6A4-DE0E-617FB6906B4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Task 1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522D96F-EAEF-A7AB-5C98-06AAE4CA04C3}"/>
              </a:ext>
            </a:extLst>
          </p:cNvPr>
          <p:cNvSpPr txBox="1"/>
          <p:nvPr/>
        </p:nvSpPr>
        <p:spPr>
          <a:xfrm>
            <a:off x="628650" y="2610319"/>
            <a:ext cx="10638906" cy="116249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sklearn.datasets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make_classification</a:t>
            </a:r>
            <a:endParaRPr lang="en-US" altLang="ko-KR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X, y =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make_classification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n_samples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=1000,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n_classes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=2, weights=[0.99, 0.01],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random_state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=1)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plt.scatter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(X[:, 0], X[:, 1], c=y, s=20,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cmap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='summer')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FDDB4C7-225E-10D3-125D-ECB01FBD947F}"/>
              </a:ext>
            </a:extLst>
          </p:cNvPr>
          <p:cNvSpPr txBox="1"/>
          <p:nvPr/>
        </p:nvSpPr>
        <p:spPr>
          <a:xfrm>
            <a:off x="628650" y="4605875"/>
            <a:ext cx="10638907" cy="793166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sklearn.model_selection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train_test_split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X_train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X_test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y_train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y_test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train_test_split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(X, y,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test_size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=0.1, stratify=y,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random_state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=42)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06655BA-2162-A1D5-EA1E-6BD1B4850DA3}"/>
              </a:ext>
            </a:extLst>
          </p:cNvPr>
          <p:cNvSpPr txBox="1"/>
          <p:nvPr/>
        </p:nvSpPr>
        <p:spPr>
          <a:xfrm>
            <a:off x="628650" y="1265774"/>
            <a:ext cx="11068050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test size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0.1, 0.2, …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늘렸을 경우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randomforest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예측모델 적용시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confusion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matrix,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classification report,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AUROC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등을 구한 후 토론하라</a:t>
            </a:r>
          </a:p>
        </p:txBody>
      </p:sp>
    </p:spTree>
    <p:extLst>
      <p:ext uri="{BB962C8B-B14F-4D97-AF65-F5344CB8AC3E}">
        <p14:creationId xmlns:p14="http://schemas.microsoft.com/office/powerpoint/2010/main" val="2538986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11767-8484-FFCE-4A6A-A3114AC52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B1A435-E43E-9448-D163-3E03EB3B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0531B63-0E4C-8F4F-C9A1-5DB60753A56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Task 1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7C3500-3231-9460-AFAB-0A63F690D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91" y="1921760"/>
            <a:ext cx="4992635" cy="376047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1B5A8C2-0873-E99D-1458-26CF8763E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1921760"/>
            <a:ext cx="4221018" cy="37880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74BD8A-E97A-6177-505F-ACFE6D6196DC}"/>
              </a:ext>
            </a:extLst>
          </p:cNvPr>
          <p:cNvSpPr txBox="1"/>
          <p:nvPr/>
        </p:nvSpPr>
        <p:spPr>
          <a:xfrm>
            <a:off x="5994400" y="5749348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Threshhold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 0.5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2382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63013-DCE6-A3C6-5F36-0B848E2B7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8674A4-56C6-7E00-A893-C65A98F9A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CCF744B-5BAA-351C-0AC8-F07525536C5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Task 2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140D691-457E-43DF-3C20-4A591F579D45}"/>
              </a:ext>
            </a:extLst>
          </p:cNvPr>
          <p:cNvSpPr txBox="1"/>
          <p:nvPr/>
        </p:nvSpPr>
        <p:spPr>
          <a:xfrm>
            <a:off x="628650" y="1265774"/>
            <a:ext cx="11068050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test size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0.1, 0.2, …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늘렸을 경우 다른 예측모델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로지스틱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회귀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나이브베이지언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KNN,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xgboost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적용시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confusion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matrix,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classification report,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AUROC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등을 구한 후 비교하고 토론하라</a:t>
            </a:r>
          </a:p>
        </p:txBody>
      </p:sp>
    </p:spTree>
    <p:extLst>
      <p:ext uri="{BB962C8B-B14F-4D97-AF65-F5344CB8AC3E}">
        <p14:creationId xmlns:p14="http://schemas.microsoft.com/office/powerpoint/2010/main" val="1228100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60D7C-0150-E932-540E-9DB9C48F9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396E2-388B-0992-89DA-F9BF38ABF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CDFFAC-5F16-FDE4-7636-517D830631B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Task 1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1069179-6F24-0DA5-4464-7E1EB6A5AC58}"/>
              </a:ext>
            </a:extLst>
          </p:cNvPr>
          <p:cNvSpPr txBox="1"/>
          <p:nvPr/>
        </p:nvSpPr>
        <p:spPr>
          <a:xfrm>
            <a:off x="628650" y="1265774"/>
            <a:ext cx="10638906" cy="46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ROC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곡선에 대한 이해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BA88819-782B-F75B-9E9A-5E17FF5FE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181" y="2145144"/>
            <a:ext cx="8289638" cy="414481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064180B-0B83-C136-9DCD-CB03C08F8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819" y="5592226"/>
            <a:ext cx="1322087" cy="51561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961FA41-78B6-4F2D-A962-102F1ABE8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103" y="1652370"/>
            <a:ext cx="1335308" cy="54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389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232AD-82AE-A19D-E404-28AFEC3E9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891D2A-AFC6-096C-DD01-06B235369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BD1658D-6849-A93C-1469-239AA3D4015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Task 1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144E1A5-F9FF-B6A5-EC75-742054ED1052}"/>
              </a:ext>
            </a:extLst>
          </p:cNvPr>
          <p:cNvSpPr txBox="1"/>
          <p:nvPr/>
        </p:nvSpPr>
        <p:spPr>
          <a:xfrm>
            <a:off x="628650" y="1265774"/>
            <a:ext cx="10638906" cy="46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ROC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곡선을 이해한 후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AUROC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가 불균형데이터에서는 의미가 없는지 설명하라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3EFCA32-C30E-C93B-81A5-909958537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21" y="2129671"/>
            <a:ext cx="6134847" cy="390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511951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10673</TotalTime>
  <Words>224</Words>
  <Application>Microsoft Office PowerPoint</Application>
  <PresentationFormat>와이드스크린</PresentationFormat>
  <Paragraphs>28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D2Coding</vt:lpstr>
      <vt:lpstr>맑은 고딕</vt:lpstr>
      <vt:lpstr>Batang</vt:lpstr>
      <vt:lpstr>Arial</vt:lpstr>
      <vt:lpstr>Wingdings</vt:lpstr>
      <vt:lpstr>WelcomeDoc</vt:lpstr>
      <vt:lpstr>Imbalanced Data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조상구</cp:lastModifiedBy>
  <cp:revision>177</cp:revision>
  <dcterms:created xsi:type="dcterms:W3CDTF">2026-04-06T01:00:39Z</dcterms:created>
  <dcterms:modified xsi:type="dcterms:W3CDTF">2026-07-15T05:49:29Z</dcterms:modified>
  <cp:version/>
</cp:coreProperties>
</file>