
<file path=[Content_Types].xml><?xml version="1.0" encoding="utf-8"?>
<Types xmlns="http://schemas.openxmlformats.org/package/2006/content-types"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0"/>
  </p:notesMasterIdLst>
  <p:handoutMasterIdLst>
    <p:handoutMasterId r:id="rId11"/>
  </p:handoutMasterIdLst>
  <p:sldIdLst>
    <p:sldId id="256" r:id="rId2"/>
    <p:sldId id="1136" r:id="rId3"/>
    <p:sldId id="1138" r:id="rId4"/>
    <p:sldId id="1139" r:id="rId5"/>
    <p:sldId id="1142" r:id="rId6"/>
    <p:sldId id="1140" r:id="rId7"/>
    <p:sldId id="1143" r:id="rId8"/>
    <p:sldId id="1141" r:id="rId9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38"/>
            <p14:sldId id="1139"/>
            <p14:sldId id="1142"/>
            <p14:sldId id="1140"/>
            <p14:sldId id="1143"/>
            <p14:sldId id="1141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104" d="100"/>
          <a:sy n="104" d="100"/>
        </p:scale>
        <p:origin x="984" y="1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2026-07-15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2026-07-15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2026-07-15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7/15/2026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2026-07-15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gi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Imbalanced Data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CB7729-09DC-4690-5139-CD2649D9221F}"/>
              </a:ext>
            </a:extLst>
          </p:cNvPr>
          <p:cNvSpPr txBox="1"/>
          <p:nvPr/>
        </p:nvSpPr>
        <p:spPr>
          <a:xfrm>
            <a:off x="577530" y="1248422"/>
            <a:ext cx="10100629" cy="958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 err="1"/>
              <a:t>머신러닝</a:t>
            </a:r>
            <a:r>
              <a:rPr lang="ko-KR" altLang="en-US" sz="2000" dirty="0"/>
              <a:t> 알고리즘</a:t>
            </a:r>
            <a:endParaRPr lang="en-US" altLang="ko-KR" sz="2000" dirty="0"/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/>
              <a:t>분산과 편향</a:t>
            </a: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667BA-883A-F760-A852-480894981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25E88B-6D21-127E-3DF6-DC200AC37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0151A18-B816-E6A4-DE0E-617FB6906B4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Task 1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522D96F-EAEF-A7AB-5C98-06AAE4CA04C3}"/>
              </a:ext>
            </a:extLst>
          </p:cNvPr>
          <p:cNvSpPr txBox="1"/>
          <p:nvPr/>
        </p:nvSpPr>
        <p:spPr>
          <a:xfrm>
            <a:off x="628650" y="2610319"/>
            <a:ext cx="10638906" cy="116249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sklearn.datasets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make_classification</a:t>
            </a: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X, y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make_classification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n_samples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=1000,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n_classes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=2, weights=[0.99, 0.01],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random_state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=1)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plt.scatter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(X[:, 0], X[:, 1], c=y, s=20,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cmap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='summer')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FDDB4C7-225E-10D3-125D-ECB01FBD947F}"/>
              </a:ext>
            </a:extLst>
          </p:cNvPr>
          <p:cNvSpPr txBox="1"/>
          <p:nvPr/>
        </p:nvSpPr>
        <p:spPr>
          <a:xfrm>
            <a:off x="628650" y="4605875"/>
            <a:ext cx="10638907" cy="79316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sklearn.model_selection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train_test_split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X_test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y_test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train_test_split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(X, y,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test_size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=0.1, stratify=y,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random_state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=42)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06655BA-2162-A1D5-EA1E-6BD1B4850DA3}"/>
              </a:ext>
            </a:extLst>
          </p:cNvPr>
          <p:cNvSpPr txBox="1"/>
          <p:nvPr/>
        </p:nvSpPr>
        <p:spPr>
          <a:xfrm>
            <a:off x="628650" y="1265774"/>
            <a:ext cx="11068050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test size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0.1, 0.2, …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늘렸을 경우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randomforest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예측모델 적용시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confusion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matrix,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classification report,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AUROC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등을 구한 후 토론하라</a:t>
            </a:r>
          </a:p>
        </p:txBody>
      </p:sp>
    </p:spTree>
    <p:extLst>
      <p:ext uri="{BB962C8B-B14F-4D97-AF65-F5344CB8AC3E}">
        <p14:creationId xmlns:p14="http://schemas.microsoft.com/office/powerpoint/2010/main" val="25389863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511767-8484-FFCE-4A6A-A3114AC52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B1A435-E43E-9448-D163-3E03EB3B0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0531B63-0E4C-8F4F-C9A1-5DB60753A56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Task 1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F7C3500-3231-9460-AFAB-0A63F690D4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1" y="1921760"/>
            <a:ext cx="4992635" cy="3760479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51B5A8C2-0873-E99D-1458-26CF8763EB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1" y="1921760"/>
            <a:ext cx="4221018" cy="378809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874BD8A-E97A-6177-505F-ACFE6D6196DC}"/>
              </a:ext>
            </a:extLst>
          </p:cNvPr>
          <p:cNvSpPr txBox="1"/>
          <p:nvPr/>
        </p:nvSpPr>
        <p:spPr>
          <a:xfrm>
            <a:off x="5994400" y="5749348"/>
            <a:ext cx="182614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Threshhold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 0.5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823823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63013-DCE6-A3C6-5F36-0B848E2B7E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8674A4-56C6-7E00-A893-C65A98F9A8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CCF744B-5BAA-351C-0AC8-F07525536C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Task 2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140D691-457E-43DF-3C20-4A591F579D45}"/>
              </a:ext>
            </a:extLst>
          </p:cNvPr>
          <p:cNvSpPr txBox="1"/>
          <p:nvPr/>
        </p:nvSpPr>
        <p:spPr>
          <a:xfrm>
            <a:off x="628650" y="1265774"/>
            <a:ext cx="11068050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test size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0.1, 0.2, …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늘렸을 경우 다른 예측모델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로지스틱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회귀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나이브베이지언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KNN,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xgboost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적용시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confusion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matrix,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classification report,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AUROC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등을 구한 후 비교하고 토론하라</a:t>
            </a:r>
          </a:p>
        </p:txBody>
      </p:sp>
    </p:spTree>
    <p:extLst>
      <p:ext uri="{BB962C8B-B14F-4D97-AF65-F5344CB8AC3E}">
        <p14:creationId xmlns:p14="http://schemas.microsoft.com/office/powerpoint/2010/main" val="12281007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60D7C-0150-E932-540E-9DB9C48F9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396E2-388B-0992-89DA-F9BF38ABF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5CDFFAC-5F16-FDE4-7636-517D830631B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Task 1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1069179-6F24-0DA5-4464-7E1EB6A5AC58}"/>
              </a:ext>
            </a:extLst>
          </p:cNvPr>
          <p:cNvSpPr txBox="1"/>
          <p:nvPr/>
        </p:nvSpPr>
        <p:spPr>
          <a:xfrm>
            <a:off x="628650" y="1265774"/>
            <a:ext cx="10638906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ROC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곡선에 대한 이해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0BA88819-782B-F75B-9E9A-5E17FF5FE4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4181" y="2145144"/>
            <a:ext cx="8289638" cy="4144819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064180B-0B83-C136-9DCD-CB03C08F80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13819" y="5592226"/>
            <a:ext cx="1322087" cy="515614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9961FA41-78B6-4F2D-A962-102F1ABE8E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8103" y="1652370"/>
            <a:ext cx="1335308" cy="542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83896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E17DD8-3D7B-30F2-222E-16FCED6470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A707FB-C80B-CB41-2EA6-2CE9ED3F7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2419400-F88C-F2EE-589D-49C22B53287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Task 1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B4B4222-A029-EE28-760A-CB32F819ED42}"/>
              </a:ext>
            </a:extLst>
          </p:cNvPr>
          <p:cNvSpPr txBox="1"/>
          <p:nvPr/>
        </p:nvSpPr>
        <p:spPr>
          <a:xfrm>
            <a:off x="628650" y="1265774"/>
            <a:ext cx="10638906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ROC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곡선에 대한 이해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80275861-4308-2B5F-E45C-9324779704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645" y="1987769"/>
            <a:ext cx="1335308" cy="54205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67DE9CD-9268-F7ED-2AD9-28454947C8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3309" y="2529825"/>
            <a:ext cx="4992635" cy="3760479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C46BF3C-0170-F9A7-A453-BF3E394B95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1751" y="5824928"/>
            <a:ext cx="1322087" cy="515614"/>
          </a:xfrm>
          <a:prstGeom prst="rect">
            <a:avLst/>
          </a:prstGeom>
        </p:spPr>
      </p:pic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98CCB7DE-54DD-7FB1-0BA9-DD718F4418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5301476"/>
              </p:ext>
            </p:extLst>
          </p:nvPr>
        </p:nvGraphicFramePr>
        <p:xfrm>
          <a:off x="6345383" y="2595585"/>
          <a:ext cx="5477157" cy="29580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82451">
                  <a:extLst>
                    <a:ext uri="{9D8B030D-6E8A-4147-A177-3AD203B41FA5}">
                      <a16:colId xmlns:a16="http://schemas.microsoft.com/office/drawing/2014/main" val="2429577743"/>
                    </a:ext>
                  </a:extLst>
                </a:gridCol>
                <a:gridCol w="782451">
                  <a:extLst>
                    <a:ext uri="{9D8B030D-6E8A-4147-A177-3AD203B41FA5}">
                      <a16:colId xmlns:a16="http://schemas.microsoft.com/office/drawing/2014/main" val="3491129400"/>
                    </a:ext>
                  </a:extLst>
                </a:gridCol>
                <a:gridCol w="782451">
                  <a:extLst>
                    <a:ext uri="{9D8B030D-6E8A-4147-A177-3AD203B41FA5}">
                      <a16:colId xmlns:a16="http://schemas.microsoft.com/office/drawing/2014/main" val="1587279525"/>
                    </a:ext>
                  </a:extLst>
                </a:gridCol>
                <a:gridCol w="782451">
                  <a:extLst>
                    <a:ext uri="{9D8B030D-6E8A-4147-A177-3AD203B41FA5}">
                      <a16:colId xmlns:a16="http://schemas.microsoft.com/office/drawing/2014/main" val="3928954879"/>
                    </a:ext>
                  </a:extLst>
                </a:gridCol>
                <a:gridCol w="782451">
                  <a:extLst>
                    <a:ext uri="{9D8B030D-6E8A-4147-A177-3AD203B41FA5}">
                      <a16:colId xmlns:a16="http://schemas.microsoft.com/office/drawing/2014/main" val="2752356509"/>
                    </a:ext>
                  </a:extLst>
                </a:gridCol>
                <a:gridCol w="782451">
                  <a:extLst>
                    <a:ext uri="{9D8B030D-6E8A-4147-A177-3AD203B41FA5}">
                      <a16:colId xmlns:a16="http://schemas.microsoft.com/office/drawing/2014/main" val="3443588928"/>
                    </a:ext>
                  </a:extLst>
                </a:gridCol>
                <a:gridCol w="782451">
                  <a:extLst>
                    <a:ext uri="{9D8B030D-6E8A-4147-A177-3AD203B41FA5}">
                      <a16:colId xmlns:a16="http://schemas.microsoft.com/office/drawing/2014/main" val="3280451504"/>
                    </a:ext>
                  </a:extLst>
                </a:gridCol>
              </a:tblGrid>
              <a:tr h="400801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ko-KR" sz="1200" u="none" strike="noStrike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Threshold</a:t>
                      </a:r>
                      <a:endParaRPr lang="ko-KR" sz="1200" b="1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ko-KR" sz="12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TPR (</a:t>
                      </a:r>
                      <a:r>
                        <a:rPr lang="ko-KR" sz="1200" u="none" strike="noStrike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Recall</a:t>
                      </a:r>
                      <a:r>
                        <a:rPr lang="ko-KR" sz="12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ko-KR" sz="1200" b="1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ko-KR" sz="12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FPR</a:t>
                      </a:r>
                      <a:endParaRPr lang="ko-KR" sz="1200" b="1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ko-KR" sz="12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TN</a:t>
                      </a:r>
                      <a:endParaRPr lang="ko-KR" sz="1200" b="1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ko-KR" sz="12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FP</a:t>
                      </a:r>
                      <a:endParaRPr lang="ko-KR" sz="1200" b="1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ko-KR" sz="12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FN</a:t>
                      </a:r>
                      <a:endParaRPr lang="ko-KR" sz="1200" b="1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ko-KR" sz="12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TP</a:t>
                      </a:r>
                      <a:endParaRPr lang="ko-KR" sz="1200" b="1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523967749"/>
                  </a:ext>
                </a:extLst>
              </a:tr>
              <a:tr h="23247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0.14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0.00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0.00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492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7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  <a:endParaRPr 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079333817"/>
                  </a:ext>
                </a:extLst>
              </a:tr>
              <a:tr h="23247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0.11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0.29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0.01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486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7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405490356"/>
                  </a:ext>
                </a:extLst>
              </a:tr>
              <a:tr h="23247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0.09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0.29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0.02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482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11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444440322"/>
                  </a:ext>
                </a:extLst>
              </a:tr>
              <a:tr h="23247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0.07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0.29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0.03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476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17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934397004"/>
                  </a:ext>
                </a:extLst>
              </a:tr>
              <a:tr h="23247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0.06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0.43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0.05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469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24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4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2432092"/>
                  </a:ext>
                </a:extLst>
              </a:tr>
              <a:tr h="23247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0.05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0.57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0.07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457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</a:t>
                      </a:r>
                      <a:endParaRPr 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4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282526845"/>
                  </a:ext>
                </a:extLst>
              </a:tr>
              <a:tr h="23247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0.04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0.57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0.11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440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53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4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659603110"/>
                  </a:ext>
                </a:extLst>
              </a:tr>
              <a:tr h="23247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0.03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0.71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0.16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414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79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714608120"/>
                  </a:ext>
                </a:extLst>
              </a:tr>
              <a:tr h="23247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0.02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0.71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0.28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357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136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238215194"/>
                  </a:ext>
                </a:extLst>
              </a:tr>
              <a:tr h="23247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0.01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0.86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0.52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235</a:t>
                      </a:r>
                      <a:endParaRPr 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258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304559255"/>
                  </a:ext>
                </a:extLst>
              </a:tr>
              <a:tr h="23247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  <a:r>
                        <a:rPr lang="en-US" altLang="ko-KR" sz="12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.00</a:t>
                      </a:r>
                      <a:endParaRPr 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1.00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1.00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493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  <a:endParaRPr lang="ko-KR" sz="12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ko-KR" sz="12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7</a:t>
                      </a:r>
                      <a:endParaRPr 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8763" marR="8763" marT="876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074741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923084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2232AD-82AE-A19D-E404-28AFEC3E9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8891D2A-AFC6-096C-DD01-06B2353698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BD1658D-6849-A93C-1469-239AA3D4015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Task 1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144E1A5-F9FF-B6A5-EC75-742054ED1052}"/>
              </a:ext>
            </a:extLst>
          </p:cNvPr>
          <p:cNvSpPr txBox="1"/>
          <p:nvPr/>
        </p:nvSpPr>
        <p:spPr>
          <a:xfrm>
            <a:off x="628650" y="1265774"/>
            <a:ext cx="10638906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ROC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곡선을 이해한 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AUROC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가 불균형데이터에서는 의미가 없는지 설명하라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3EFCA32-C30E-C93B-81A5-909958537B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8170" y="2288440"/>
            <a:ext cx="5010270" cy="3190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4511951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10783</TotalTime>
  <Words>319</Words>
  <Application>Microsoft Office PowerPoint</Application>
  <PresentationFormat>와이드스크린</PresentationFormat>
  <Paragraphs>115</Paragraphs>
  <Slides>8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4" baseType="lpstr">
      <vt:lpstr>D2Coding</vt:lpstr>
      <vt:lpstr>맑은 고딕</vt:lpstr>
      <vt:lpstr>Batang</vt:lpstr>
      <vt:lpstr>Arial</vt:lpstr>
      <vt:lpstr>Wingdings</vt:lpstr>
      <vt:lpstr>WelcomeDoc</vt:lpstr>
      <vt:lpstr>Imbalanced Data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조상구</cp:lastModifiedBy>
  <cp:revision>178</cp:revision>
  <dcterms:created xsi:type="dcterms:W3CDTF">2026-04-06T01:00:39Z</dcterms:created>
  <dcterms:modified xsi:type="dcterms:W3CDTF">2026-07-15T07:39:30Z</dcterms:modified>
  <cp:version/>
</cp:coreProperties>
</file>