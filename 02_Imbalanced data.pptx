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"/>
  </p:notesMasterIdLst>
  <p:handoutMasterIdLst>
    <p:handoutMasterId r:id="rId7"/>
  </p:handoutMasterIdLst>
  <p:sldIdLst>
    <p:sldId id="256" r:id="rId2"/>
    <p:sldId id="1136" r:id="rId3"/>
    <p:sldId id="1138" r:id="rId4"/>
    <p:sldId id="1139" r:id="rId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8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2026-07-14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2026-07-14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7/14/2026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2026-07-14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Imbalanced Data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0" y="1248422"/>
            <a:ext cx="10100629" cy="958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/>
              <a:t>머신러닝</a:t>
            </a:r>
            <a:r>
              <a:rPr lang="ko-KR" altLang="en-US" sz="2000" dirty="0"/>
              <a:t> 알고리즘</a:t>
            </a:r>
            <a:endParaRPr lang="en-US" altLang="ko-KR" sz="2000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분산과 편향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667BA-883A-F760-A852-480894981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25E88B-6D21-127E-3DF6-DC200AC37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151A18-B816-E6A4-DE0E-617FB6906B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522D96F-EAEF-A7AB-5C98-06AAE4CA04C3}"/>
              </a:ext>
            </a:extLst>
          </p:cNvPr>
          <p:cNvSpPr txBox="1"/>
          <p:nvPr/>
        </p:nvSpPr>
        <p:spPr>
          <a:xfrm>
            <a:off x="628650" y="2610319"/>
            <a:ext cx="10638906" cy="116249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make_classification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X, y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make_classification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n_samples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=1000,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n_classes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=2, weights=[0.99, 0.01],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plt.scatter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(X[:, 0], X[:, 1], c=y, s=20,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cmap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='summer')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FDDB4C7-225E-10D3-125D-ECB01FBD947F}"/>
              </a:ext>
            </a:extLst>
          </p:cNvPr>
          <p:cNvSpPr txBox="1"/>
          <p:nvPr/>
        </p:nvSpPr>
        <p:spPr>
          <a:xfrm>
            <a:off x="628650" y="4605875"/>
            <a:ext cx="10638907" cy="79316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sklearn.model_selection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train_test_split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X_test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y_test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train_test_split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(X, y,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test_size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=0.1, stratify=y,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=42)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06655BA-2162-A1D5-EA1E-6BD1B4850DA3}"/>
              </a:ext>
            </a:extLst>
          </p:cNvPr>
          <p:cNvSpPr txBox="1"/>
          <p:nvPr/>
        </p:nvSpPr>
        <p:spPr>
          <a:xfrm>
            <a:off x="628650" y="1265774"/>
            <a:ext cx="1106805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test size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0.1, 0.2, …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늘렸을 경우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randomforest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예측모델 적용시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confusion matrix(threshold = 0.5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비교 분석한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confusion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값이 달라지는 현상에 대한 이유를 설명하라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E177DE91-851A-0585-F43E-66EA2E484116}"/>
              </a:ext>
            </a:extLst>
          </p:cNvPr>
          <p:cNvSpPr/>
          <p:nvPr/>
        </p:nvSpPr>
        <p:spPr>
          <a:xfrm>
            <a:off x="6534150" y="4924424"/>
            <a:ext cx="1504950" cy="66780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8986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11767-8484-FFCE-4A6A-A3114AC52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B1A435-E43E-9448-D163-3E03EB3B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0531B63-0E4C-8F4F-C9A1-5DB60753A56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E57EDDA-0EF4-3BCF-2F5E-F94D5D91D008}"/>
              </a:ext>
            </a:extLst>
          </p:cNvPr>
          <p:cNvSpPr txBox="1"/>
          <p:nvPr/>
        </p:nvSpPr>
        <p:spPr>
          <a:xfrm>
            <a:off x="628650" y="1265774"/>
            <a:ext cx="10638906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AUROC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불균형데이터에서는 의미가 없는지 설명하라</a:t>
            </a:r>
          </a:p>
        </p:txBody>
      </p:sp>
    </p:spTree>
    <p:extLst>
      <p:ext uri="{BB962C8B-B14F-4D97-AF65-F5344CB8AC3E}">
        <p14:creationId xmlns:p14="http://schemas.microsoft.com/office/powerpoint/2010/main" val="682382317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10544</TotalTime>
  <Words>177</Words>
  <Application>Microsoft Office PowerPoint</Application>
  <PresentationFormat>와이드스크린</PresentationFormat>
  <Paragraphs>19</Paragraphs>
  <Slides>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10" baseType="lpstr">
      <vt:lpstr>D2Coding</vt:lpstr>
      <vt:lpstr>맑은 고딕</vt:lpstr>
      <vt:lpstr>Batang</vt:lpstr>
      <vt:lpstr>Arial</vt:lpstr>
      <vt:lpstr>Wingdings</vt:lpstr>
      <vt:lpstr>WelcomeDoc</vt:lpstr>
      <vt:lpstr>Imbalanced Data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176</cp:revision>
  <dcterms:created xsi:type="dcterms:W3CDTF">2026-04-06T01:00:39Z</dcterms:created>
  <dcterms:modified xsi:type="dcterms:W3CDTF">2026-07-14T07:14:37Z</dcterms:modified>
  <cp:version/>
</cp:coreProperties>
</file>